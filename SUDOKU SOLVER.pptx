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52816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17888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66303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4119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36658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92986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84484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76629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26446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90922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076644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394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431546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9306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744449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258876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94307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45D800-BFCB-46C6-858A-0264004B09A3}" type="datetimeFigureOut">
              <a:rPr lang="en-RW" smtClean="0"/>
              <a:t>15/11/2022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0DF85-0CD1-47F9-AA3D-E3D7C0E65A2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6813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3DF2-A3AB-2688-B53D-628C34AEA8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SUDOKU SOLVER</a:t>
            </a:r>
            <a:endParaRPr lang="en-R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55612-8DD8-0F46-884B-88415596E3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SAHIL SINHA</a:t>
            </a:r>
          </a:p>
          <a:p>
            <a:r>
              <a:rPr lang="en-US" dirty="0"/>
              <a:t>A45605221020</a:t>
            </a:r>
            <a:endParaRPr lang="en-R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5E146-0204-F339-BE32-5759863D1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5" y="275810"/>
            <a:ext cx="5222352" cy="315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70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B121-F724-B5E4-E95E-29850490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sudoku ? 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A370D-C6A7-3D4F-1814-309131CB3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Sudoku is a fun number puzzle, based on logic, that consists of a 9x9 grid of small squares to be filled with numbers. The puzzle is highlighted by nine 3x3 </a:t>
            </a:r>
            <a:r>
              <a:rPr lang="en-US" dirty="0" err="1"/>
              <a:t>subgrids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Sudoku puzzles will be printed with some cells already filled with numbers, and some cells are  not pre filled.</a:t>
            </a:r>
          </a:p>
          <a:p>
            <a:pPr marL="0" indent="0">
              <a:buNone/>
            </a:pP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642962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1BEF-1F24-451A-38C5-2EF5E3BA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solve sudoku?</a:t>
            </a:r>
            <a:endParaRPr lang="en-R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CAD179-828B-D686-841B-685E663C4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683" y="2080630"/>
            <a:ext cx="6702409" cy="4195762"/>
          </a:xfrm>
        </p:spPr>
      </p:pic>
    </p:spTree>
    <p:extLst>
      <p:ext uri="{BB962C8B-B14F-4D97-AF65-F5344CB8AC3E}">
        <p14:creationId xmlns:p14="http://schemas.microsoft.com/office/powerpoint/2010/main" val="167864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82A2-55FE-9F27-4586-A4E746B1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rules to solve sudoku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33157-9FE1-D675-80D9-7EEBAF817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Each and Every row should contains all numbers from 1 to 9 without repetition of any number.</a:t>
            </a:r>
          </a:p>
          <a:p>
            <a:r>
              <a:rPr lang="en-US" dirty="0"/>
              <a:t>2. Each and Every column should contains all numbers from 1 to 9 without repetition of any number.</a:t>
            </a:r>
          </a:p>
          <a:p>
            <a:r>
              <a:rPr lang="en-US" dirty="0"/>
              <a:t>3. Each 3x3 matrix should contains all numbers from 1 to 9 without repetition of any number.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68179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6EA8-5F37-4F60-B397-9FE10A3F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2262857"/>
            <a:ext cx="9404723" cy="1400530"/>
          </a:xfrm>
        </p:spPr>
        <p:txBody>
          <a:bodyPr/>
          <a:lstStyle/>
          <a:p>
            <a:r>
              <a:rPr lang="en-US" dirty="0"/>
              <a:t>PROGRAM TO SOLVE SUDOKU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911CA-3772-02DD-F62D-B575DD7E2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49723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6278-093D-315F-9386-B7A9BF7B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CDE3D2-A250-103B-8CF4-8F4D0F326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532" y="179693"/>
            <a:ext cx="7576456" cy="6572212"/>
          </a:xfrm>
        </p:spPr>
      </p:pic>
    </p:spTree>
    <p:extLst>
      <p:ext uri="{BB962C8B-B14F-4D97-AF65-F5344CB8AC3E}">
        <p14:creationId xmlns:p14="http://schemas.microsoft.com/office/powerpoint/2010/main" val="278232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845D-FE4E-96C5-65A4-C2D482C7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2052918"/>
            <a:ext cx="9404723" cy="1400530"/>
          </a:xfrm>
        </p:spPr>
        <p:txBody>
          <a:bodyPr/>
          <a:lstStyle/>
          <a:p>
            <a:r>
              <a:rPr lang="en-US" dirty="0"/>
              <a:t>INPUT AND OUTPUT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00A6-9A03-E264-4688-EC5DE1507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675537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FD92-41DD-46C2-4B82-7DE10EFD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F6BBF6-EF24-DCE2-84F1-1CD3C9029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26909"/>
            <a:ext cx="9850828" cy="6678131"/>
          </a:xfrm>
        </p:spPr>
      </p:pic>
    </p:spTree>
    <p:extLst>
      <p:ext uri="{BB962C8B-B14F-4D97-AF65-F5344CB8AC3E}">
        <p14:creationId xmlns:p14="http://schemas.microsoft.com/office/powerpoint/2010/main" val="28950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5989-EB88-EE24-E9C1-C9528F2A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948" y="2346832"/>
            <a:ext cx="9404723" cy="1400530"/>
          </a:xfrm>
        </p:spPr>
        <p:txBody>
          <a:bodyPr/>
          <a:lstStyle/>
          <a:p>
            <a:r>
              <a:rPr lang="en-US" dirty="0"/>
              <a:t>THANK YOU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DFA0-5930-AFAB-325B-EB8B20FDD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974578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</TotalTime>
  <Words>143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SUDOKU SOLVER</vt:lpstr>
      <vt:lpstr>What is sudoku ? </vt:lpstr>
      <vt:lpstr>How to solve sudoku?</vt:lpstr>
      <vt:lpstr>3 rules to solve sudoku</vt:lpstr>
      <vt:lpstr>PROGRAM TO SOLVE SUDOKU</vt:lpstr>
      <vt:lpstr>PowerPoint Presentation</vt:lpstr>
      <vt:lpstr>INPUT AND OUTPUT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SUDOKU SOLVER</dc:title>
  <dc:creator>Shailendra Kumar Sinha</dc:creator>
  <cp:lastModifiedBy>Shailendra Kumar Sinha</cp:lastModifiedBy>
  <cp:revision>1</cp:revision>
  <dcterms:created xsi:type="dcterms:W3CDTF">2022-11-15T15:31:58Z</dcterms:created>
  <dcterms:modified xsi:type="dcterms:W3CDTF">2022-11-15T16:25:12Z</dcterms:modified>
</cp:coreProperties>
</file>