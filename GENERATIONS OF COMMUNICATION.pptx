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0647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82892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9333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51275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10202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13650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21733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45308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02424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54142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328518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95265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904734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13034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R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544316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36764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7329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01E917F-9B3F-4222-B9AF-7742AC945410}" type="datetimeFigureOut">
              <a:rPr lang="en-RW" smtClean="0"/>
              <a:t>24/08/2023</a:t>
            </a:fld>
            <a:endParaRPr lang="en-R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RW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ABE745-44C0-4070-80F9-D25B1E5C7F6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23243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58BA-3D67-3619-054E-F1B32B96B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31" y="-1716939"/>
            <a:ext cx="10489649" cy="3797559"/>
          </a:xfrm>
        </p:spPr>
        <p:txBody>
          <a:bodyPr/>
          <a:lstStyle/>
          <a:p>
            <a:r>
              <a:rPr lang="en-US" sz="4400" dirty="0"/>
              <a:t>GENERATIONS OF COMMUNICATION</a:t>
            </a:r>
            <a:endParaRPr lang="en-RW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3B36E-8BC4-6AB0-7797-BFE546A7A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9171" y="4525454"/>
            <a:ext cx="8825658" cy="86142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SAHIL SINHA</a:t>
            </a:r>
          </a:p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A45605221020</a:t>
            </a:r>
            <a:endParaRPr lang="en-RW" sz="2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8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EE94-1DDE-F994-92EB-FBC824D9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pic>
        <p:nvPicPr>
          <p:cNvPr id="4" name="Picture 2" descr="Generations of Wireless Communication">
            <a:extLst>
              <a:ext uri="{FF2B5EF4-FFF2-40B4-BE49-F238E27FC236}">
                <a16:creationId xmlns:a16="http://schemas.microsoft.com/office/drawing/2014/main" id="{32BFD797-147E-F5D1-8E42-394F702890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640563"/>
            <a:ext cx="10357833" cy="291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901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805-BEA5-CE76-9863-8A5C67F2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Zeroth Generation (0G) Technology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85B37-74E1-099A-4FF4-ABD2C4B90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30072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Pre-cell phone mobile telephone technology.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Uses analog signal.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Communication was possible through voice only.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These mobile telephones were usually mounted in </a:t>
            </a:r>
          </a:p>
          <a:p>
            <a:pPr marL="0" indent="0">
              <a:buNone/>
            </a:pPr>
            <a:r>
              <a:rPr lang="en-US" sz="2000" dirty="0"/>
              <a:t>     cars or trucks.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DB4A0-9977-BFBA-5EF9-4F4D3F7CA61F}"/>
              </a:ext>
            </a:extLst>
          </p:cNvPr>
          <p:cNvSpPr txBox="1"/>
          <p:nvPr/>
        </p:nvSpPr>
        <p:spPr>
          <a:xfrm>
            <a:off x="10356980" y="2836506"/>
            <a:ext cx="1567542" cy="205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RW" dirty="0"/>
          </a:p>
        </p:txBody>
      </p:sp>
      <p:pic>
        <p:nvPicPr>
          <p:cNvPr id="5" name="Picture 2" descr="Mobile radio telephone - Wikipedia">
            <a:extLst>
              <a:ext uri="{FF2B5EF4-FFF2-40B4-BE49-F238E27FC236}">
                <a16:creationId xmlns:a16="http://schemas.microsoft.com/office/drawing/2014/main" id="{838E4050-E4FA-5B03-444F-59F7878BC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059" y="2930072"/>
            <a:ext cx="26574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8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DDE7-8FE2-75EF-140F-1404C36E8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Generation (1G) Technology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C132-BFE0-41ED-126D-9CBBE0F60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First generation of wireless mobile communication.</a:t>
            </a:r>
          </a:p>
          <a:p>
            <a:r>
              <a:rPr lang="en-US" sz="2000" dirty="0"/>
              <a:t>Uses analog signals</a:t>
            </a:r>
          </a:p>
          <a:p>
            <a:r>
              <a:rPr lang="en-US" sz="2000" dirty="0"/>
              <a:t>Through this network the voice call gets modulated to a higher frequency.</a:t>
            </a:r>
          </a:p>
          <a:p>
            <a:r>
              <a:rPr lang="en-US" sz="2000" dirty="0"/>
              <a:t>This was done with the help of Frequency Division Multiple Access(FDMA).</a:t>
            </a:r>
          </a:p>
          <a:p>
            <a:r>
              <a:rPr lang="en-US" sz="2000" dirty="0"/>
              <a:t>Coverage area was small.</a:t>
            </a:r>
          </a:p>
          <a:p>
            <a:r>
              <a:rPr lang="en-US" sz="2000" dirty="0"/>
              <a:t>Speed-2.4kbps</a:t>
            </a:r>
            <a:endParaRPr lang="en-RW" sz="2000" dirty="0"/>
          </a:p>
        </p:txBody>
      </p:sp>
      <p:pic>
        <p:nvPicPr>
          <p:cNvPr id="4" name="Picture 4" descr="1G mobile phones features , uses , advantages and disadvantages | Science  online">
            <a:extLst>
              <a:ext uri="{FF2B5EF4-FFF2-40B4-BE49-F238E27FC236}">
                <a16:creationId xmlns:a16="http://schemas.microsoft.com/office/drawing/2014/main" id="{E869C99A-35CA-38C6-0419-E09DED9E4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401" y="3104859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22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7B8B-53FD-A327-0BB7-66F32F3F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Generation (2G) Technology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C5A0-D090-3FD5-DD02-FA2306810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Digital Signal.</a:t>
            </a:r>
          </a:p>
          <a:p>
            <a:r>
              <a:rPr lang="en-US" dirty="0"/>
              <a:t>Support Voice and SMS both.</a:t>
            </a:r>
          </a:p>
          <a:p>
            <a:r>
              <a:rPr lang="en-US" dirty="0"/>
              <a:t>Provide large coverage area.</a:t>
            </a:r>
          </a:p>
          <a:p>
            <a:r>
              <a:rPr lang="en-US" dirty="0"/>
              <a:t>All phone conversations were digitally encrypted.</a:t>
            </a:r>
          </a:p>
          <a:p>
            <a:r>
              <a:rPr lang="en-US" dirty="0"/>
              <a:t>Speed-64kbps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When GPRS technology was introduced, it enabled web browsing, e-mail services and fast upload/download speeds. 2G with GPRS is also referred as 2.5G, a step short of next mobile generation.</a:t>
            </a:r>
            <a:endParaRPr lang="en-RW" dirty="0"/>
          </a:p>
        </p:txBody>
      </p:sp>
      <p:pic>
        <p:nvPicPr>
          <p:cNvPr id="4" name="Picture 2" descr="2G | lonelyguns95">
            <a:extLst>
              <a:ext uri="{FF2B5EF4-FFF2-40B4-BE49-F238E27FC236}">
                <a16:creationId xmlns:a16="http://schemas.microsoft.com/office/drawing/2014/main" id="{DA01F2DA-09F3-1A2F-36DE-1437EA22D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861" y="2276475"/>
            <a:ext cx="19907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68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DFA2-C8B4-4E62-CB83-51FF97868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Generation (3G) Technology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1D9C-46FB-EFDC-6884-64694F5E1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Data speeds of 144 kbps to 2 Mbps.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High speed web browsing.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Fast and easy transfer of audio and video files.</a:t>
            </a:r>
          </a:p>
          <a:p>
            <a:r>
              <a:rPr lang="en-US" sz="2000" dirty="0">
                <a:solidFill>
                  <a:srgbClr val="000000"/>
                </a:solidFill>
              </a:rPr>
              <a:t>Uses packet switching.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Expensive mobile phones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High infrastructure costs like licensing fees and mobile towers.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</a:rPr>
              <a:t>3D Gaming.</a:t>
            </a:r>
            <a:br>
              <a:rPr lang="en-US" sz="2000" dirty="0"/>
            </a:br>
            <a:endParaRPr lang="en-US" sz="2000" b="0" i="0" dirty="0">
              <a:solidFill>
                <a:srgbClr val="000000"/>
              </a:solidFill>
              <a:effectLst/>
            </a:endParaRPr>
          </a:p>
          <a:p>
            <a:endParaRPr lang="en-RW" dirty="0"/>
          </a:p>
        </p:txBody>
      </p:sp>
      <p:pic>
        <p:nvPicPr>
          <p:cNvPr id="4" name="Picture 8" descr="Black VOX KICK K4 3G Smart Phone">
            <a:extLst>
              <a:ext uri="{FF2B5EF4-FFF2-40B4-BE49-F238E27FC236}">
                <a16:creationId xmlns:a16="http://schemas.microsoft.com/office/drawing/2014/main" id="{89E81F73-E165-BCD3-88E5-14B9D2323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620" y="2603500"/>
            <a:ext cx="2234681" cy="260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08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A1D0-362B-BC53-F9C4-3A6DAEBB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Generation (4G) Technology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87E71-0BD6-7CF3-BA11-9471F3B9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567544" cy="3416300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Speeds of 100 Mbps to 1 Gbps.</a:t>
            </a:r>
          </a:p>
          <a:p>
            <a:r>
              <a:rPr lang="en-US" sz="2000" dirty="0">
                <a:solidFill>
                  <a:srgbClr val="000000"/>
                </a:solidFill>
              </a:rPr>
              <a:t>HD Quality Streaming.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In 4</a:t>
            </a:r>
            <a:r>
              <a:rPr lang="en-US" sz="2000" dirty="0">
                <a:solidFill>
                  <a:srgbClr val="000000"/>
                </a:solidFill>
              </a:rPr>
              <a:t>G mobile system, each terminal is assigned a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     home agent, which has permanent home IP address.</a:t>
            </a:r>
          </a:p>
          <a:p>
            <a:r>
              <a:rPr lang="en-US" sz="2000" dirty="0">
                <a:solidFill>
                  <a:srgbClr val="000000"/>
                </a:solidFill>
              </a:rPr>
              <a:t>Uses packet switching technology.</a:t>
            </a:r>
          </a:p>
          <a:p>
            <a:r>
              <a:rPr lang="en-US" sz="2000" dirty="0">
                <a:solidFill>
                  <a:srgbClr val="000000"/>
                </a:solidFill>
              </a:rPr>
              <a:t>LTE (Long term evaluation ) was mainly for internet.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Vo-LTE (Voice over LTE) is for both voice and the internet..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endParaRPr lang="en-US" sz="2000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Picture 2" descr="Apple iPhone SE 1st Generation - Price in India, Specifications &amp; Features  | Mobile Phones">
            <a:extLst>
              <a:ext uri="{FF2B5EF4-FFF2-40B4-BE49-F238E27FC236}">
                <a16:creationId xmlns:a16="http://schemas.microsoft.com/office/drawing/2014/main" id="{7C87650C-B4E7-B979-C949-881FCD31A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856" y="2603500"/>
            <a:ext cx="3281266" cy="374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88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ADF2F-1E30-82BD-F3F0-91D850F5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Fifth Generation (5G) Technology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8DC4-5078-0A87-FBBA-494A14622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Higher data rates.</a:t>
            </a:r>
          </a:p>
          <a:p>
            <a:r>
              <a:rPr lang="en-US" sz="2000" dirty="0"/>
              <a:t>Connectivity will be more fast and secure.</a:t>
            </a:r>
          </a:p>
          <a:p>
            <a:r>
              <a:rPr lang="en-US" sz="2000" dirty="0"/>
              <a:t>Data latency reduces.</a:t>
            </a:r>
          </a:p>
          <a:p>
            <a:r>
              <a:rPr lang="en-US" sz="2000" dirty="0"/>
              <a:t>30 times faster than 4G.</a:t>
            </a:r>
          </a:p>
          <a:p>
            <a:r>
              <a:rPr lang="en-US" sz="2000" dirty="0"/>
              <a:t>Uses packet switching.</a:t>
            </a:r>
          </a:p>
          <a:p>
            <a:pPr marL="0" indent="0">
              <a:buNone/>
            </a:pPr>
            <a:endParaRPr lang="en-RW" dirty="0"/>
          </a:p>
        </p:txBody>
      </p:sp>
      <p:pic>
        <p:nvPicPr>
          <p:cNvPr id="4" name="Picture 4" descr="Best 5G Mobile Phones in India: Price &amp; Key Specifications Explained">
            <a:extLst>
              <a:ext uri="{FF2B5EF4-FFF2-40B4-BE49-F238E27FC236}">
                <a16:creationId xmlns:a16="http://schemas.microsoft.com/office/drawing/2014/main" id="{EB28D0E5-1664-3D1E-464F-E75629031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504" y="2823247"/>
            <a:ext cx="2810186" cy="187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55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4B80-FE6E-6F38-1C53-879B1D4AA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R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4C9AD-CD15-A623-F098-05DA10A2B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3256032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862</TotalTime>
  <Words>310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Ion Boardroom</vt:lpstr>
      <vt:lpstr>GENERATIONS OF COMMUNICATION</vt:lpstr>
      <vt:lpstr>PowerPoint Presentation</vt:lpstr>
      <vt:lpstr>Zeroth Generation (0G) Technology</vt:lpstr>
      <vt:lpstr>First Generation (1G) Technology</vt:lpstr>
      <vt:lpstr>Second Generation (2G) Technology</vt:lpstr>
      <vt:lpstr>Third Generation (3G) Technology</vt:lpstr>
      <vt:lpstr>Fourth Generation (4G) Technology</vt:lpstr>
      <vt:lpstr>Fifth Generation (5G) Technology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GENERATIONS OF COMMUNICATION</dc:title>
  <dc:creator>Shailendra Kumar Sinha</dc:creator>
  <cp:lastModifiedBy>Shailendra Kumar Sinha</cp:lastModifiedBy>
  <cp:revision>3</cp:revision>
  <dcterms:created xsi:type="dcterms:W3CDTF">2023-08-22T13:33:10Z</dcterms:created>
  <dcterms:modified xsi:type="dcterms:W3CDTF">2023-08-24T04:37:42Z</dcterms:modified>
</cp:coreProperties>
</file>