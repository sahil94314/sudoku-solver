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RW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53174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75213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43549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8848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24725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73936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84917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72145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19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8700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163574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61344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194356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600983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964004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140859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93407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E54958-A228-4B2E-B6D3-A4712EE729DD}" type="datetimeFigureOut">
              <a:rPr lang="en-RW" smtClean="0"/>
              <a:t>23/04/2023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RW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C2F84CB-424E-4ADB-BB57-594393A58B1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58114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0003-538D-8A56-1845-B9CB51C33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72269"/>
            <a:ext cx="8825658" cy="2677648"/>
          </a:xfrm>
        </p:spPr>
        <p:txBody>
          <a:bodyPr/>
          <a:lstStyle/>
          <a:p>
            <a:r>
              <a:rPr lang="en-US" sz="6000" dirty="0"/>
              <a:t>SEMAPHORES</a:t>
            </a:r>
            <a:endParaRPr lang="en-RW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01FEA-B59C-9C87-5697-04E2CCC42E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: </a:t>
            </a:r>
            <a:r>
              <a:rPr lang="en-US" dirty="0" err="1"/>
              <a:t>sahil</a:t>
            </a:r>
            <a:r>
              <a:rPr lang="en-US" dirty="0"/>
              <a:t> Sinha</a:t>
            </a:r>
          </a:p>
          <a:p>
            <a:r>
              <a:rPr lang="en-US" dirty="0"/>
              <a:t>Roll : 20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14393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8BF8-D293-565A-E545-6EA3D3FA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</a:t>
            </a:r>
            <a:endParaRPr lang="en-RW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75AE4B-3A9D-DA5D-4C49-2244EECEB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139" y="2430779"/>
            <a:ext cx="8466981" cy="4163401"/>
          </a:xfrm>
        </p:spPr>
      </p:pic>
    </p:spTree>
    <p:extLst>
      <p:ext uri="{BB962C8B-B14F-4D97-AF65-F5344CB8AC3E}">
        <p14:creationId xmlns:p14="http://schemas.microsoft.com/office/powerpoint/2010/main" val="151898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F382-98F4-D8A3-2545-A77B2CCA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7CBEA3-A806-93AD-3A33-C02D635FC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377440"/>
            <a:ext cx="8128000" cy="4265938"/>
          </a:xfrm>
        </p:spPr>
      </p:pic>
    </p:spTree>
    <p:extLst>
      <p:ext uri="{BB962C8B-B14F-4D97-AF65-F5344CB8AC3E}">
        <p14:creationId xmlns:p14="http://schemas.microsoft.com/office/powerpoint/2010/main" val="381057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EF57-1EE7-4CD0-3E2E-2B263C71A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D3297-2730-C10F-34DA-43CF70223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806" y="2335141"/>
            <a:ext cx="8036560" cy="436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7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18EF-9DE3-19CF-DD16-6207EE2A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Relating with Semaphores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B9BEF-144F-1E22-56D4-5C9EA5680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Restaurant -&gt; Resource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Tables -&gt; Instances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Customers -&gt; Process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Security -&gt; Semaphore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  (who knows the status how many available/free? )</a:t>
            </a:r>
            <a:endParaRPr lang="en-R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69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A56D-A10A-54CF-F108-05E3D251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SEMAPHORES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33626-1ABB-4657-E756-772D08CD2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a technique to manage concurrent processes by using a simple integer value, which is known as a semaphore.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variable is used to solve the critical section problem and to achieve process synchronization in the multiprocessing environment.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semaphore cannot be negative. The least value for a semaphore is zero.</a:t>
            </a:r>
            <a:endParaRPr lang="en-R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21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58D6-E1D0-6FF9-8D95-99EAF831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in Semaphores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9931-5AB3-EA9C-A384-292BB42AE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There are two operations in semaphore: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Wait(S)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Signal(S)</a:t>
            </a:r>
            <a:endParaRPr lang="en-R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55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8DD03-7415-529B-58BF-3FBDCF598390}"/>
              </a:ext>
            </a:extLst>
          </p:cNvPr>
          <p:cNvSpPr txBox="1"/>
          <p:nvPr/>
        </p:nvSpPr>
        <p:spPr>
          <a:xfrm>
            <a:off x="905069" y="1250302"/>
            <a:ext cx="9358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critical section is surrounded by both operations to implement process synchronization. See the below image.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critical section of process P is in between wait and signal operation</a:t>
            </a:r>
            <a:endParaRPr lang="en-R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5A5F9-93EE-F976-9E46-06F34E977B24}"/>
              </a:ext>
            </a:extLst>
          </p:cNvPr>
          <p:cNvSpPr txBox="1"/>
          <p:nvPr/>
        </p:nvSpPr>
        <p:spPr>
          <a:xfrm>
            <a:off x="3629608" y="3228392"/>
            <a:ext cx="3265714" cy="23083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P</a:t>
            </a:r>
          </a:p>
          <a:p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some code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wait(S);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critical section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signal(S);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remainder section</a:t>
            </a:r>
            <a:endParaRPr lang="en-RW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3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FB5E-0266-7297-5431-A477A8A3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Wait (S)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D4C2-9B48-5C50-99C9-CCDC04F1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Wait(S) helps to control the entry of a task into the critical section.</a:t>
            </a:r>
          </a:p>
          <a:p>
            <a:pPr algn="just">
              <a:buClr>
                <a:schemeClr val="tx1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If the value of S(semaphore) is positive, then the value of the wait argument S is decremented by 1.</a:t>
            </a:r>
          </a:p>
          <a:p>
            <a:pPr algn="just">
              <a:buClr>
                <a:schemeClr val="tx1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the case of negative or zero value, no operation is executed.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EB4B5-736C-8594-0247-6640BE2AC80C}"/>
              </a:ext>
            </a:extLst>
          </p:cNvPr>
          <p:cNvSpPr txBox="1"/>
          <p:nvPr/>
        </p:nvSpPr>
        <p:spPr>
          <a:xfrm>
            <a:off x="4282751" y="4646644"/>
            <a:ext cx="2836506" cy="193899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Wait(S)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while(S&lt;=0);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S--;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R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77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6F46-894B-8DD2-71F7-58A81467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Signal (S)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92386-1267-432F-388F-492CD2FD4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operation is used to control the exit of a process from a critical section.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increases the value of S (semaphore) by 1.</a:t>
            </a:r>
            <a:endParaRPr lang="en-R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8B98F-0ABD-4800-6717-E82F32E8904C}"/>
              </a:ext>
            </a:extLst>
          </p:cNvPr>
          <p:cNvSpPr txBox="1"/>
          <p:nvPr/>
        </p:nvSpPr>
        <p:spPr>
          <a:xfrm>
            <a:off x="3620278" y="4404049"/>
            <a:ext cx="2286000" cy="132343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Signal(S)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S++;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R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61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DF9D6-3152-3D33-CB49-2CDEFEA9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Semaphores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351A-A994-D749-17B5-C03F7BC50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There are two types of Semaphores: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Counting Semaphore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Binary Semaphore</a:t>
            </a:r>
            <a:endParaRPr lang="en-R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74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DB81-2C89-D5ED-37C7-13A7A2A7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Semaphore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C59DD-CB41-7B07-B3E8-32E491EF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600" y="3004716"/>
            <a:ext cx="8761412" cy="34163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are two sets of values of Semaphore in Counting Semaphore concept.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two types of values are values greater than and equal to one and other type is value equal to zero.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 the value of Semaphore is greater than or equal to 1, then the process has the capability to enter the critical section area.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 the value of Semaphore is zero then the process does not have the capability to enter the critical section area.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It is used to control access to a resource that has multiple instances.</a:t>
            </a:r>
            <a:endParaRPr lang="en-R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2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9F53-41D0-8E83-E59E-BD49675B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Semaphore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782F-6C8D-FADA-431D-C5737323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592" y="2995386"/>
            <a:ext cx="8761412" cy="34163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are only two values of Semaphore in Binary Semaphore concept.  The two values are 1 and 0.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 the value of Binary Semaphore is 1, then the process has the capability to enter the critical section area.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 the value of Binary Semaphore is 0, then the process does not have the capability to enter the critical section area.</a:t>
            </a:r>
          </a:p>
        </p:txBody>
      </p:sp>
    </p:spTree>
    <p:extLst>
      <p:ext uri="{BB962C8B-B14F-4D97-AF65-F5344CB8AC3E}">
        <p14:creationId xmlns:p14="http://schemas.microsoft.com/office/powerpoint/2010/main" val="2773666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28EF-F072-B16D-FEBB-77BA674286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R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3075-E577-543E-A90B-928733A65B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38233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154</TotalTime>
  <Words>464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Wingdings 3</vt:lpstr>
      <vt:lpstr>Ion Boardroom</vt:lpstr>
      <vt:lpstr>SEMAPHORES</vt:lpstr>
      <vt:lpstr>REAL LIFE EXAMPLE</vt:lpstr>
      <vt:lpstr>PowerPoint Presentation</vt:lpstr>
      <vt:lpstr>PowerPoint Presentation</vt:lpstr>
      <vt:lpstr>Relating with Semaphores</vt:lpstr>
      <vt:lpstr>SEMAPHORES</vt:lpstr>
      <vt:lpstr>Operations in Semaphores</vt:lpstr>
      <vt:lpstr>PowerPoint Presentation</vt:lpstr>
      <vt:lpstr>Wait (S)</vt:lpstr>
      <vt:lpstr>Signal (S)</vt:lpstr>
      <vt:lpstr>Types of Semaphores</vt:lpstr>
      <vt:lpstr>Counting Semaphore</vt:lpstr>
      <vt:lpstr>Binary Semaphore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SEMAPHORES</dc:title>
  <dc:creator>Shailendra Kumar Sinha</dc:creator>
  <cp:lastModifiedBy>Shailendra Kumar Sinha</cp:lastModifiedBy>
  <cp:revision>10</cp:revision>
  <dcterms:created xsi:type="dcterms:W3CDTF">2023-04-21T17:21:40Z</dcterms:created>
  <dcterms:modified xsi:type="dcterms:W3CDTF">2023-04-23T04:10:47Z</dcterms:modified>
</cp:coreProperties>
</file>