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2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9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49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24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03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595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55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1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18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24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89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17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74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7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99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762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5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8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ADCA-C503-4683-BABF-F3564DF8A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709" y="2263806"/>
            <a:ext cx="9507984" cy="101443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Command Line Argument</a:t>
            </a:r>
            <a:endParaRPr lang="en-RW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57E8C-7DFA-4375-B35F-C8AAB2718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662" y="3429000"/>
            <a:ext cx="4785065" cy="1178511"/>
          </a:xfrm>
        </p:spPr>
        <p:txBody>
          <a:bodyPr>
            <a:normAutofit fontScale="92500"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by Sahil Sinha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Enrollment no.- A45605221020</a:t>
            </a:r>
            <a:endParaRPr lang="en-RW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89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C8200-B7AD-4549-953B-E4DCA06C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RUN PROGRAM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CEF1-7FC2-4720-9684-2D99CCDF8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Using IDE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By double clicking the exe file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Using Command line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37107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74ED-9DE2-4688-9F0A-E8F9ED64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TO USE COMMAND LINE?</a:t>
            </a:r>
            <a:endParaRPr lang="en-R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3D5089-3497-4757-8B33-36E7C1E90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4734" y="2473906"/>
            <a:ext cx="4115374" cy="341042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6AA8F5-4E20-44AE-8AE0-1997A8A1AE4D}"/>
              </a:ext>
            </a:extLst>
          </p:cNvPr>
          <p:cNvSpPr txBox="1"/>
          <p:nvPr/>
        </p:nvSpPr>
        <p:spPr>
          <a:xfrm>
            <a:off x="1238774" y="3717454"/>
            <a:ext cx="5169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code, there is a fun function which takes integer as an argument. To invoke/call this function fun, we also have to pass an argument as shown. 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55196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F583-5E84-4D2F-9308-1A1F2DAE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051553" y="754380"/>
            <a:ext cx="7627625" cy="922020"/>
          </a:xfrm>
        </p:spPr>
        <p:txBody>
          <a:bodyPr/>
          <a:lstStyle/>
          <a:p>
            <a:r>
              <a:rPr lang="en-US" dirty="0"/>
              <a:t>WHY TO USE COMMAND LINE?</a:t>
            </a:r>
            <a:endParaRPr lang="en-RW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B55FA1-4142-43D5-B804-CF7F48BEF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8800" y="2300130"/>
            <a:ext cx="5438592" cy="353568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48D999-F456-4256-85B9-103D610841AF}"/>
              </a:ext>
            </a:extLst>
          </p:cNvPr>
          <p:cNvSpPr txBox="1"/>
          <p:nvPr/>
        </p:nvSpPr>
        <p:spPr>
          <a:xfrm>
            <a:off x="574608" y="2779514"/>
            <a:ext cx="5205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Similarly, In this code main() is also a function and also take arguments. </a:t>
            </a:r>
          </a:p>
          <a:p>
            <a:r>
              <a:rPr lang="en-US" dirty="0"/>
              <a:t>Then how do we pass arguments to the main function, </a:t>
            </a:r>
          </a:p>
          <a:p>
            <a:r>
              <a:rPr lang="en-US" dirty="0"/>
              <a:t>To pass the arguments in main function, there is only one way and that way is running your program by using Command Line as shown below</a:t>
            </a:r>
            <a:endParaRPr lang="en-R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BC3B5C-9F58-45D0-9F49-04593F856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81" y="5359494"/>
            <a:ext cx="3801005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8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5995-66C0-4CB4-8B9A-1354F76A7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375886" cy="706964"/>
          </a:xfrm>
        </p:spPr>
        <p:txBody>
          <a:bodyPr/>
          <a:lstStyle/>
          <a:p>
            <a:r>
              <a:rPr lang="en-US" dirty="0"/>
              <a:t>WHAT ARE COMMAND LINE ARGUMENTS?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CB44F-CDAA-41FF-BBEE-01CC29373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Command line argument is an important concept in C programming.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Sometimes we need to pass arguments from the command line to the program a set of inputs.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Command line arguments are used to supply parameters to the program when it is invoked.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is mostly used when you need to control your program from the console.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These arguments are passed to the main() method.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41284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3F7D-3CF1-4A17-A7E1-C20FC8CE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4C35-A14B-407A-9A70-73902FAC8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69DAA-1AA6-4551-AC92-25025960509F}"/>
              </a:ext>
            </a:extLst>
          </p:cNvPr>
          <p:cNvSpPr/>
          <p:nvPr/>
        </p:nvSpPr>
        <p:spPr>
          <a:xfrm>
            <a:off x="4070447" y="2967335"/>
            <a:ext cx="4051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7161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201</TotalTime>
  <Words>203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</vt:lpstr>
      <vt:lpstr>Wingdings 3</vt:lpstr>
      <vt:lpstr>Ion Boardroom</vt:lpstr>
      <vt:lpstr>Command Line Argument</vt:lpstr>
      <vt:lpstr>WAYS TO RUN PROGRAM</vt:lpstr>
      <vt:lpstr>WHY TO USE COMMAND LINE?</vt:lpstr>
      <vt:lpstr>WHY TO USE COMMAND LINE?</vt:lpstr>
      <vt:lpstr>WHAT ARE COMMAND LINE ARGUMENTS?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Command Line Argument</dc:title>
  <dc:creator>Shailendra Kumar Sinha</dc:creator>
  <cp:lastModifiedBy>Shailendra Kumar Sinha</cp:lastModifiedBy>
  <cp:revision>3</cp:revision>
  <dcterms:created xsi:type="dcterms:W3CDTF">2022-01-13T04:12:12Z</dcterms:created>
  <dcterms:modified xsi:type="dcterms:W3CDTF">2022-01-13T08:14:16Z</dcterms:modified>
</cp:coreProperties>
</file>